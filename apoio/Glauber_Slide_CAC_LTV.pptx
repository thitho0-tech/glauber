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Nosso CAC é de cerca de R$ 1.000 por cliente e o LTV é de aproximadamente R$ 9.800 — uma relação LTV/CAC de quase 10 para 1, com payback em torno de 4 meses. O CAC é baixo porque nossa aquisição é boca a boca: uma produtora adota o Glauber e a equipe inteira entra junto, levando a plataforma para a próxima produção. São projeções com premissas conservadoras, ancoradas no nosso orçamento — e é justamente isso que a pré-incubação vai validar com os primeiros pagantes.
LTV vem de um ticket médio de R$ 300/mês, 82% de margem e retenção de ~3 anos; o CAC sai de uma verba de marketing enxuta porque o produto se espalha sozinho pela rede de técnicos.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ECONOMIA UNITÁRIA</a:t>
            </a:r>
            <a:endParaRPr lang="en-US" sz="1200" dirty="0"/>
          </a:p>
        </p:txBody>
      </p:sp>
      <p:pic>
        <p:nvPicPr>
          <p:cNvPr id="4" name="Image 0" descr="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384048"/>
            <a:ext cx="924497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24128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boca a boca traz o cliente.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 fecha sozinha.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48640" y="2212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Projeções conservadoras, ancoradas no orçamento real do Glauber.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24912"/>
            <a:ext cx="2608326" cy="1691640"/>
          </a:xfrm>
          <a:prstGeom prst="roundRect">
            <a:avLst>
              <a:gd name="adj" fmla="val 5405"/>
            </a:avLst>
          </a:prstGeom>
          <a:solidFill>
            <a:srgbClr val="EFF2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871216"/>
            <a:ext cx="2608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5C64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27832"/>
            <a:ext cx="2608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R$ 1.000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3950208"/>
            <a:ext cx="24254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cliente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6422" y="2724912"/>
            <a:ext cx="2608326" cy="1691640"/>
          </a:xfrm>
          <a:prstGeom prst="roundRect">
            <a:avLst>
              <a:gd name="adj" fmla="val 5405"/>
            </a:avLst>
          </a:prstGeom>
          <a:solidFill>
            <a:srgbClr val="EFF2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76422" y="2871216"/>
            <a:ext cx="2608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5C64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LTV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376422" y="3227832"/>
            <a:ext cx="2608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R$ 9.800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467862" y="3950208"/>
            <a:ext cx="24254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cliente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04204" y="2724912"/>
            <a:ext cx="2608326" cy="1691640"/>
          </a:xfrm>
          <a:prstGeom prst="roundRect">
            <a:avLst>
              <a:gd name="adj" fmla="val 5405"/>
            </a:avLst>
          </a:prstGeom>
          <a:solidFill>
            <a:srgbClr val="0B1B33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04204" y="2871216"/>
            <a:ext cx="2608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9F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LTV / CAC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04204" y="3227832"/>
            <a:ext cx="2608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10 : 1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295644" y="3950208"/>
            <a:ext cx="24254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saudável ≥ 3:1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31986" y="2724912"/>
            <a:ext cx="2608326" cy="1691640"/>
          </a:xfrm>
          <a:prstGeom prst="roundRect">
            <a:avLst>
              <a:gd name="adj" fmla="val 5405"/>
            </a:avLst>
          </a:prstGeom>
          <a:solidFill>
            <a:srgbClr val="EFF2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31986" y="2871216"/>
            <a:ext cx="2608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5C64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PAYBACK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31986" y="3227832"/>
            <a:ext cx="2608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 meses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123426" y="3950208"/>
            <a:ext cx="24254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o CAC se pagar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22567" y="2596896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6822567" y="25968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PONTO-CHAVE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459028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EFF4FD"/>
          </a:solidFill>
          <a:ln w="12700">
            <a:solidFill>
              <a:srgbClr val="D9E4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4718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O CAC É BAIXO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8680" y="49926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produto se espalha sozinho pela rede de técnicos — o cavalo de troia.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68680" y="541324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71600" y="5358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produtora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adota o Glauber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749040" y="5367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663440" y="541324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466344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166360" y="5358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equipe inteira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 junto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543800" y="5367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8366760" y="541324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836676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869680" y="5358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técnico leva à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0B1B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 produção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548640" y="61996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4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Premissas: </a:t>
            </a:r>
            <a:pPr algn="l" indent="0" marL="0">
              <a:buNone/>
            </a:pPr>
            <a:r>
              <a:rPr lang="en-US" sz="105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médio R$ 300/mês · margem bruta 82% · retenção ~3 anos · verba de marketing enxuta. A pré-incubação valida com os primeiros pagantes.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Porto Digital · Pré-Incubação 2026.1 · Recife, PE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972800" y="6547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2026-07-13T14:37:38Z</dcterms:created>
  <dcterms:modified xsi:type="dcterms:W3CDTF">2026-07-13T14:37:38Z</dcterms:modified>
</cp:coreProperties>
</file>